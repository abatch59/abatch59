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70" r:id="rId8"/>
    <p:sldId id="271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2BA4C1-5AE6-438F-9612-F1C50FED4E7F}" v="66" dt="2026-02-20T15:41:36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3667B71-95B0-C4F6-F336-9C4B54F2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>
            <a:extLst>
              <a:ext uri="{FF2B5EF4-FFF2-40B4-BE49-F238E27FC236}">
                <a16:creationId xmlns:a16="http://schemas.microsoft.com/office/drawing/2014/main" id="{7B64684E-6AB3-122D-8180-6754A52E7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>
            <a:extLst>
              <a:ext uri="{FF2B5EF4-FFF2-40B4-BE49-F238E27FC236}">
                <a16:creationId xmlns:a16="http://schemas.microsoft.com/office/drawing/2014/main" id="{FB83C70E-46B8-F4EB-B5B4-2BAA08A33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0803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B696385-9091-6430-E37A-78DEFE9A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>
            <a:extLst>
              <a:ext uri="{FF2B5EF4-FFF2-40B4-BE49-F238E27FC236}">
                <a16:creationId xmlns:a16="http://schemas.microsoft.com/office/drawing/2014/main" id="{B2A03180-3BDA-19E4-9E97-F3D87BDD7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FD07E4E6-4C67-1FB8-2826-0D50DD70D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137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332640A-777F-1781-5E5A-FD2059D4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>
            <a:extLst>
              <a:ext uri="{FF2B5EF4-FFF2-40B4-BE49-F238E27FC236}">
                <a16:creationId xmlns:a16="http://schemas.microsoft.com/office/drawing/2014/main" id="{66A2860E-5C3B-7D04-AFE6-A0C538C49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A496CB3F-88AD-0E28-B79B-7BE7A7266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3687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Création d’un Portfolio réflexif et visuel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Contexte : recrutement Data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Chef de projet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Objectif : démontrer les compétences attendues via des livrables dédiés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Présentation en entretien : à l’oral (optionnellement en anglais)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Enjeux :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démontrer une posture de consultant Data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prouver la capacité à cadrer un besoin et structurer un projet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Besoins du client (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) :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exploitation de données massives multi-sources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 panose="00000500000000000000" pitchFamily="2" charset="0"/>
              </a:rPr>
              <a:t>amélioration conception / opérations / maintenance / sécurité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Objectifs SMART :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produire un portfolio complet + lisible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inclure des livrables cadrage / pilotage / documentation / veille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intégrer </a:t>
            </a:r>
            <a:r>
              <a:rPr lang="fr-FR" b="1" dirty="0">
                <a:latin typeface="Montserrat" panose="00000500000000000000" pitchFamily="2" charset="0"/>
              </a:rPr>
              <a:t>2 </a:t>
            </a:r>
            <a:r>
              <a:rPr lang="fr-FR" b="1" dirty="0" err="1">
                <a:latin typeface="Montserrat" panose="00000500000000000000" pitchFamily="2" charset="0"/>
              </a:rPr>
              <a:t>dashboards</a:t>
            </a:r>
            <a:r>
              <a:rPr lang="fr-FR" b="1" dirty="0">
                <a:latin typeface="Montserrat" panose="00000500000000000000" pitchFamily="2" charset="0"/>
              </a:rPr>
              <a:t> Power BI</a:t>
            </a:r>
            <a:r>
              <a:rPr lang="fr-FR" dirty="0">
                <a:latin typeface="Montserrat" panose="00000500000000000000" pitchFamily="2" charset="0"/>
              </a:rPr>
              <a:t> (veille + profil)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Réalisation :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1 ressource : Data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Chef de projet (candidat)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Parties prenantes (scénario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Direction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R&amp;D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Opérations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Maintenance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IT / équipes techniques (coordination)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77924CF-5BFE-541E-68E6-5D647507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>
            <a:extLst>
              <a:ext uri="{FF2B5EF4-FFF2-40B4-BE49-F238E27FC236}">
                <a16:creationId xmlns:a16="http://schemas.microsoft.com/office/drawing/2014/main" id="{23EC93A7-013F-2F26-6856-7BCC905D9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>
            <a:extLst>
              <a:ext uri="{FF2B5EF4-FFF2-40B4-BE49-F238E27FC236}">
                <a16:creationId xmlns:a16="http://schemas.microsoft.com/office/drawing/2014/main" id="{11A455B1-4864-115D-CA3A-894986802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Portfolio conçu pour un usage recrutement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: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contenu structuré et synthétique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langage professionnel et pédagogique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mise en valeur des soft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(vulgarisation, rigueur)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Navigation :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accès rapide aux livrables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séparation claire :</a:t>
            </a:r>
          </a:p>
          <a:p>
            <a:pPr marL="1143000" lvl="2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livrables projet</a:t>
            </a:r>
          </a:p>
          <a:p>
            <a:pPr marL="1143000" lvl="2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livrables veille</a:t>
            </a:r>
          </a:p>
          <a:p>
            <a:pPr marL="1143000" lvl="2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dashboards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6623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90B0CC4-CADE-83CF-9AFE-2AD1E23CD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B259107B-1729-E58C-6109-16B6946FB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44C6E1C-A8A2-55F3-1B20-1F5D2EE44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685800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Livrables attendus (alignés missions):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veille métier et technologique (tests outils / méthodes)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analyse des besoins métier + contraintes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cahier des charges fonctionnel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organisation d’un projet data (pilotage)documentation / procédures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accompagnement prise en main (démarche pédagogique)</a:t>
            </a:r>
          </a:p>
          <a:p>
            <a:pPr marL="685800" indent="-457200">
              <a:spcAft>
                <a:spcPts val="1000"/>
              </a:spcAft>
            </a:pPr>
            <a:r>
              <a:rPr lang="fr-FR" dirty="0" err="1">
                <a:latin typeface="Montserrat" panose="00000500000000000000" pitchFamily="2" charset="0"/>
              </a:rPr>
              <a:t>Dashboards</a:t>
            </a:r>
            <a:r>
              <a:rPr lang="fr-FR" dirty="0">
                <a:latin typeface="Montserrat" panose="00000500000000000000" pitchFamily="2" charset="0"/>
              </a:rPr>
              <a:t> Power BI :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Dashboard 1 : veille (outils + méthodes)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Dashboard 2 : profil (compétences + soft </a:t>
            </a:r>
            <a:r>
              <a:rPr lang="fr-FR" dirty="0" err="1">
                <a:latin typeface="Montserrat" panose="00000500000000000000" pitchFamily="2" charset="0"/>
              </a:rPr>
              <a:t>skills</a:t>
            </a:r>
            <a:r>
              <a:rPr lang="fr-FR" dirty="0">
                <a:latin typeface="Montserrat" panose="00000500000000000000" pitchFamily="2" charset="0"/>
              </a:rPr>
              <a:t>)</a:t>
            </a:r>
            <a:endParaRPr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43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46690F2B-C4F2-26E5-9408-01D1F18D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4C4F6172-FDC0-A790-6378-3D634F84D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60EC2A06-E59F-7871-DD89-480348F63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685800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Outil de restitution :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Power BI (2 </a:t>
            </a:r>
            <a:r>
              <a:rPr lang="fr-FR" dirty="0" err="1">
                <a:latin typeface="Montserrat" panose="00000500000000000000" pitchFamily="2" charset="0"/>
              </a:rPr>
              <a:t>dashboards</a:t>
            </a:r>
            <a:r>
              <a:rPr lang="fr-FR" dirty="0">
                <a:latin typeface="Montserrat" panose="00000500000000000000" pitchFamily="2" charset="0"/>
              </a:rPr>
              <a:t>)</a:t>
            </a:r>
          </a:p>
          <a:p>
            <a:pPr marL="685800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Nature des données :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données fictives / anonymisées (aucune donnée sensible)</a:t>
            </a:r>
          </a:p>
          <a:p>
            <a:pPr marL="685800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Techniques d’analyse évoquées dans le contexte :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analyses avancées possibles (IA / ML)</a:t>
            </a:r>
          </a:p>
          <a:p>
            <a:pPr marL="685800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Limite volontaire :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pas de développement Data Lake (pilotage uniquement)</a:t>
            </a:r>
            <a:endParaRPr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1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/>
            <a:r>
              <a:rPr lang="fr-FR" dirty="0">
                <a:latin typeface="Montserrat" panose="00000500000000000000" pitchFamily="2" charset="0"/>
              </a:rPr>
              <a:t>Contraintes Data </a:t>
            </a:r>
            <a:r>
              <a:rPr lang="fr-FR" dirty="0" err="1">
                <a:latin typeface="Montserrat" panose="00000500000000000000" pitchFamily="2" charset="0"/>
              </a:rPr>
              <a:t>Aéroworld</a:t>
            </a:r>
            <a:r>
              <a:rPr lang="fr-FR" dirty="0">
                <a:latin typeface="Montserrat" panose="00000500000000000000" pitchFamily="2" charset="0"/>
              </a:rPr>
              <a:t> : </a:t>
            </a:r>
          </a:p>
          <a:p>
            <a:pPr marL="1143000" lvl="1" indent="-457200"/>
            <a:r>
              <a:rPr lang="fr-FR" dirty="0">
                <a:latin typeface="Montserrat" panose="00000500000000000000" pitchFamily="2" charset="0"/>
              </a:rPr>
              <a:t>volume massif</a:t>
            </a:r>
          </a:p>
          <a:p>
            <a:pPr marL="1143000" lvl="1" indent="-457200"/>
            <a:r>
              <a:rPr lang="fr-FR" dirty="0">
                <a:latin typeface="Montserrat" panose="00000500000000000000" pitchFamily="2" charset="0"/>
              </a:rPr>
              <a:t>variété des sources (essais, capteurs, maintenance, clients)</a:t>
            </a:r>
          </a:p>
          <a:p>
            <a:pPr marL="1143000" lvl="1" indent="-457200"/>
            <a:r>
              <a:rPr lang="fr-FR" dirty="0">
                <a:latin typeface="Montserrat" panose="00000500000000000000" pitchFamily="2" charset="0"/>
              </a:rPr>
              <a:t>interopérabilité entre départements</a:t>
            </a:r>
          </a:p>
          <a:p>
            <a:pPr marL="685800" indent="-457200"/>
            <a:r>
              <a:rPr lang="fr-FR" dirty="0">
                <a:latin typeface="Montserrat" panose="00000500000000000000" pitchFamily="2" charset="0"/>
              </a:rPr>
              <a:t>Contraintes de sécurité :</a:t>
            </a:r>
          </a:p>
          <a:p>
            <a:pPr marL="1143000" lvl="1" indent="-457200"/>
            <a:r>
              <a:rPr lang="fr-FR" dirty="0">
                <a:latin typeface="Montserrat" panose="00000500000000000000" pitchFamily="2" charset="0"/>
              </a:rPr>
              <a:t>confidentialité (plans, données clients, données opérationnelles)</a:t>
            </a:r>
          </a:p>
          <a:p>
            <a:pPr marL="1143000" lvl="1" indent="-457200"/>
            <a:r>
              <a:rPr lang="fr-FR" dirty="0">
                <a:latin typeface="Montserrat" panose="00000500000000000000" pitchFamily="2" charset="0"/>
              </a:rPr>
              <a:t>prévention cyberattaques</a:t>
            </a:r>
          </a:p>
          <a:p>
            <a:pPr marL="685800" indent="-457200"/>
            <a:r>
              <a:rPr lang="fr-FR" dirty="0">
                <a:latin typeface="Montserrat" panose="00000500000000000000" pitchFamily="2" charset="0"/>
              </a:rPr>
              <a:t>Contraintes réglementaires :</a:t>
            </a:r>
          </a:p>
          <a:p>
            <a:pPr marL="1143000" lvl="1" indent="-457200"/>
            <a:r>
              <a:rPr lang="fr-FR" dirty="0">
                <a:latin typeface="Montserrat" panose="00000500000000000000" pitchFamily="2" charset="0"/>
              </a:rPr>
              <a:t>respect RGPD (même dans une logique de démonstration)</a:t>
            </a:r>
            <a:endParaRPr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Exigences qualité :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livrables clairs, structurés, cohérents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posture consultant (challenge des besoins, conseil)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pédagogie (rassurer, expliquer, vulgariser)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Modalités de recette :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vérification de la cohérence globale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conformité au besoin (missions attendues)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absence de données sensibles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Coûts :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temps passé par livrable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Délais :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% livrables terminés vs prévus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Qualité :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livrables validés sans réécriture majeure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Avancement :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nombre de </a:t>
            </a:r>
            <a:r>
              <a:rPr lang="fr-FR" sz="2000" dirty="0" err="1">
                <a:latin typeface="Montserrat"/>
                <a:ea typeface="Montserrat"/>
                <a:cs typeface="Montserrat"/>
                <a:sym typeface="Montserrat"/>
              </a:rPr>
              <a:t>dashboards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 finalisés / 2 attendus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Jalon 1 : cadrage besoin métier (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Jalon 2 : cahier des charges fonctionnel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Jalon 3 : livrables pilotage + documentation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Jalon 4 : veille métier / technologique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Jalon 5 :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dashboards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Power BI (veille + profil)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Jalon 6 : préparation présentation entretien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528</Words>
  <Application>Microsoft Office PowerPoint</Application>
  <PresentationFormat>Grand écran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Montserrat</vt:lpstr>
      <vt:lpstr>Arial</vt:lpstr>
      <vt:lpstr>Calibri</vt:lpstr>
      <vt:lpstr>Thème Office</vt:lpstr>
      <vt:lpstr>Cahier des charges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Spécifications techniques</vt:lpstr>
      <vt:lpstr>Contraintes et spécificités techniques et réglementaires</vt:lpstr>
      <vt:lpstr>Qualité et performance (1)</vt:lpstr>
      <vt:lpstr>Qualité et performance (2)</vt:lpstr>
      <vt:lpstr>Rétroplanning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Audrey BATCHILY</dc:creator>
  <cp:lastModifiedBy>Audrey BATCHILY</cp:lastModifiedBy>
  <cp:revision>2</cp:revision>
  <dcterms:modified xsi:type="dcterms:W3CDTF">2026-02-20T15:44:07Z</dcterms:modified>
</cp:coreProperties>
</file>